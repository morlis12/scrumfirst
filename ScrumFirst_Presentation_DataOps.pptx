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F172A"/>
                </a:solidFill>
                <a:latin typeface="Trebuchet MS"/>
              </a:defRPr>
            </a:pPr>
            <a:r>
              <a:t>ScrumFirst</a:t>
            </a:r>
          </a:p>
          <a:p>
            <a:pPr>
              <a:spcBef>
                <a:spcPts val="10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L'Agilité Multi-Tenant à l'Échelle pour les Projets Data &amp;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Présentation Exécutive — Direction Data &amp; Intelligence Artificielle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Pourquoi ScrumFirst ? Répondre aux défis du DataOps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Aligner la R&amp;D IA et la Valeur Métier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Fin de l'effet boîte noire des algorithmes grâce à un Product Backlog unique et indépendant par produit, priorisé selon un score algorithmique de rentabilité (Valeur Métier / Effort).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Gouvernance et Qualité des Pipelines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Élimination active de la dette technique via l'automatisation stricte et l'application obligatoire de la Definition of Done (DoD) avant intégration des modèles.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Traçabilité et Auditabilité (Data Lineage)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Historisation complète et centralisée des décisions techniques, des rituels et des blocages d'équipes pour répondre aux exigences réglementaires.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Sécurisation des Livrables via la Definition of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Grille de Qualité Globale et Inflexible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Chaque produit définit ses critères de qualité non négociables (ex: taux de couverture des tests unitaires, validation du schéma de données, non-régression).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Blocage à la Source et Micro-Incréments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Impossible de valider un item et de le promouvoir en Incrément si la jauge DoD est inférieure à 100%. Validation au fil de l'eau (CI/CD agile).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Droit à l'erreur et Purge Automatique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Option de rejet 'Retour au backlog depuis DONE' en cas d'anomalie détectée en production : nettoie instantanément les tables de liaison et réinitialise l'item.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Modèle commercial Multi-Tenant &amp; Multi-Équipes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Workspace multi-locataire (SaaS commercial)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Introduction du modèle Workspace. Isolement absolu des requêtes par identifiant unique. L'application démarre 100% vierge pour chaque organisation.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Gouvernance par Produit (Framework LeSS)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Centralisation d'un Product Owner et d'un Scrum Master uniques au niveau du produit. Toutes les équipes créées sous ce produit héritent du binôme stratégique.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Contrainte RH native du Scrum Guide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Chaque équipe accepte maximum 8 Développeurs/Data Scientists (10 membres au total avec PO/SM) pour garantir l'efficacité stricte du Daily de 15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La 'Time Machine' du Projet : Suivi et Audits de Crise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Compteur de Répétition des Daily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Gestion de la récurrence des Daily (X / TOTAL) avec bouton de clôture définitive libérant dynamiquement l'étape suivante (Sprint Review).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Fil d'Actualité Temporel Typé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Historisation des commentaires catégorisés par nature d'événement (Avancement, Obstacle/Blocage, Annonce) pour isoler instantanément les crises.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Relocalisation et Droits de la Sprint Review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Panneau de Review collaboratif en bas de Kanban : zone de feedback ouverte uniquement aux Stakeholders (Métiers), Scrum Team en lecture seule.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Infrastructure Technique &amp; Industrialisation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Moteur Relationnel Robuste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Modélisation SQL propre sous PostgreSQL via l'ORM Prisma. Tables interconnectées : Workspace, User, Product, Team, Sprint, Increment, DailyNote, RetrospectiveIdea.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Optimisation pour la Forte Charge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Mise en place d'indexations complexes en base de données sur les couples stratégiques (teamId, productId, status) pour garantir un temps de réponse instantané.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Sécurité et Intégration Continue Vercel :</a:t>
            </a:r>
          </a:p>
          <a:p>
            <a:pPr lvl="1">
              <a:spcAft>
                <a:spcPts val="1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Déploiement découplé et automatisé. Validation totale de la compilation TypeScript (tsc 0 erreur) assurant une intégration continue (CI/CD) sans faille.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